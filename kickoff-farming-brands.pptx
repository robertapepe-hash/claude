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Dê boas-vindas ao grupo, agradeça a presença e diga que o objetivo de hoje é simples: se conhecerem e começar a construir o time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agenda rapidamente — não mais que 1 minuto neste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Apresente-se de forma humana. Inclua fatos pessoais — onde cresceu, família, hobbies. Isso conecta. Não precisa ser longo — 5 a 8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PREENCHA os cartões antes da reunião com suas histórias reais. Mostre os 3, deixe o time tentar adivinhar (pode ser votação no chat ou levantando a mão), depois revele. Mantenha leve e divertido — 3 a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você não está chegando de mãos vazias. Conte brevemente o que foi mais valioso no seu tempo em Home Electronics. 2 a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 autêntica aqui. Conte o que realmente te empolga nessa mudança. O time vai sentir se for genuíno. 2 a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a 3 minutos por pessoa. A pergunta sobre a marca que amam já conecta todo mundo ao universo de Farming Brands e gera conversas ótimas. Se o grupo for grande (8+ pessoas), ajuste para 1,5 min 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propósito do time. Depois abra para discussão: o que esse propósito significa para cada um? Como cada pessoa enxerga o impacto do trabalho que faz? 5 a 8 minutos de conversa.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é sobre expectativas mútuas. Após apresentar, pergunte: como vocês preferem trabalhar? O que esperam de mim como líder? Deixe rolar a conversa por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energia positiva. Se houver tempo (2–3 min), abra para perguntas ou comentários livres do time. Agradeça a presença de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828800"/>
            <a:ext cx="5029200" cy="5029200"/>
          </a:xfrm>
          <a:prstGeom prst="ellipse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749040"/>
            <a:ext cx="914400" cy="914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Bem-vindos ao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Farming Brands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de Boas-Vindas  ·  Agosto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572000" cy="4572000"/>
          </a:xfrm>
          <a:prstGeom prst="ellipse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00–10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33472" y="11338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Roberta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755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33472" y="175564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Dinâmica: 2 Verdades, 1 Mentira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2377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15–35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33472" y="23774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de apresentações do time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2980944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29992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35–48 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33472" y="29992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missão: o que é Farming Brands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3602736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362102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48–57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33472" y="36210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queremos trabalhar juntos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422452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78992" y="424281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57–60 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33472" y="424281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926080"/>
            <a:ext cx="3474720" cy="3474720"/>
          </a:xfrm>
          <a:prstGeom prst="ellipse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sou eu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Roberta Pepe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1682496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do time Farming Brands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49424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67128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Category Manager — Home Electronics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816352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34056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Mercado Livre há [X] anos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00984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[Fato pessoal — ex: de onde você é, família]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950208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67912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[Fato pessoal — ex: hobby, paixão, projeto]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457200"/>
            <a:ext cx="2286000" cy="2286000"/>
          </a:xfrm>
          <a:prstGeom prst="ellipse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572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foto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114800" cy="4114800"/>
          </a:xfrm>
          <a:prstGeom prst="ellipse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Verdades, 1 Mentira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das três é mentira? Vote antes de eu revelar!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38912" y="1371600"/>
            <a:ext cx="2633472" cy="3337560"/>
          </a:xfrm>
          <a:prstGeom prst="roundRect">
            <a:avLst>
              <a:gd name="adj" fmla="val 4167"/>
            </a:avLst>
          </a:prstGeom>
          <a:solidFill>
            <a:srgbClr val="EDF1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150876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76072" y="2377440"/>
            <a:ext cx="23591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[Verdade 1]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Já morei em outro país por 2 anos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55264" y="1371600"/>
            <a:ext cx="2633472" cy="3337560"/>
          </a:xfrm>
          <a:prstGeom prst="roundRect">
            <a:avLst>
              <a:gd name="adj" fmla="val 4167"/>
            </a:avLst>
          </a:prstGeom>
          <a:solidFill>
            <a:srgbClr val="EDF1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50876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92424" y="2377440"/>
            <a:ext cx="23591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[Verdade 2]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Comecei minha carreira em uma área completamente diferente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71616" y="1371600"/>
            <a:ext cx="2633472" cy="3337560"/>
          </a:xfrm>
          <a:prstGeom prst="roundRect">
            <a:avLst>
              <a:gd name="adj" fmla="val 4167"/>
            </a:avLst>
          </a:prstGeom>
          <a:solidFill>
            <a:srgbClr val="EDF1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22592" y="150876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08776" y="2377440"/>
            <a:ext cx="23591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[Mentira]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Falo 4 idiomas fluentemente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560320"/>
            <a:ext cx="3840480" cy="3840480"/>
          </a:xfrm>
          <a:prstGeom prst="ellipse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aprendi em Home Electronics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trago para cá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0432" y="137160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holística de categoria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81051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marca é muito mais que promoção — é jornada, posicionamento e relacionamento de longo prazo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7004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25603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como aliados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299923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tem uma métrica. Aprendi a ouvir os números sem perder a intuição de negócio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85876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3749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real com as marcas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418795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resultado vem quando o seller sente que você está genuinamente no mesmo time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097280"/>
            <a:ext cx="4114800" cy="4114800"/>
          </a:xfrm>
          <a:prstGeom prst="ellipse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Farming Brands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 empolga?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8912" y="1325880"/>
            <a:ext cx="2633472" cy="3383280"/>
          </a:xfrm>
          <a:prstGeom prst="roundRect">
            <a:avLst>
              <a:gd name="adj" fmla="val 4167"/>
            </a:avLst>
          </a:prstGeom>
          <a:solidFill>
            <a:srgbClr val="EDF1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3504" y="2148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longo prazo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" y="2697480"/>
            <a:ext cx="23042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de uma marca de forma holística cria relações que duram e geram valor real para o ecossistema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55264" y="1325880"/>
            <a:ext cx="2633472" cy="3383280"/>
          </a:xfrm>
          <a:prstGeom prst="roundRect">
            <a:avLst>
              <a:gd name="adj" fmla="val 4167"/>
            </a:avLst>
          </a:prstGeom>
          <a:solidFill>
            <a:srgbClr val="EDF1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9856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19856" y="2148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de impacto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2697480"/>
            <a:ext cx="23042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é entrar na estratégia da marca — é diferente de categoria, é parceria de verdade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71616" y="1325880"/>
            <a:ext cx="2633472" cy="3383280"/>
          </a:xfrm>
          <a:prstGeom prst="roundRect">
            <a:avLst>
              <a:gd name="adj" fmla="val 4167"/>
            </a:avLst>
          </a:prstGeom>
          <a:solidFill>
            <a:srgbClr val="EDF1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36208" y="21488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multidisciplinar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6208" y="2697480"/>
            <a:ext cx="23042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riqueza dessa frente está em unir perspectivas diversas num só objetivo. E é esse time aqui.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A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389120" cy="4389120"/>
          </a:xfrm>
          <a:prstGeom prst="ellipse">
            <a:avLst/>
          </a:prstGeom>
          <a:solidFill>
            <a:srgbClr val="E09520"/>
          </a:solidFill>
          <a:ln w="12700">
            <a:solidFill>
              <a:srgbClr val="E09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D1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é a vez de vocês!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pessoa do time, compartilhe: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0352" y="2011680"/>
            <a:ext cx="475488" cy="475488"/>
          </a:xfrm>
          <a:prstGeom prst="ellipse">
            <a:avLst/>
          </a:prstGeom>
          <a:solidFill>
            <a:srgbClr val="0D1235"/>
          </a:solidFill>
          <a:ln w="12700">
            <a:solidFill>
              <a:srgbClr val="0D12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70432" y="204825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nome e o que você faz no 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0352" y="2852928"/>
            <a:ext cx="475488" cy="475488"/>
          </a:xfrm>
          <a:prstGeom prst="ellipse">
            <a:avLst/>
          </a:prstGeom>
          <a:solidFill>
            <a:srgbClr val="0D1235"/>
          </a:solidFill>
          <a:ln w="12700">
            <a:solidFill>
              <a:srgbClr val="0D12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70432" y="288950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quanto tempo está no Mercado Livre (ou de onde veio)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" y="3694176"/>
            <a:ext cx="475488" cy="475488"/>
          </a:xfrm>
          <a:prstGeom prst="ellipse">
            <a:avLst/>
          </a:prstGeom>
          <a:solidFill>
            <a:srgbClr val="0D1235"/>
          </a:solidFill>
          <a:ln w="12700">
            <a:solidFill>
              <a:srgbClr val="0D1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70432" y="37307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marca que você ama — e por quê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5029200" cy="5029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74320"/>
            <a:ext cx="3200400" cy="3200400"/>
          </a:xfrm>
          <a:prstGeom prst="ellipse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missão juntos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Cuidar das marcas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forma holística,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relações que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geram valor real.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200400"/>
            <a:ext cx="3657600" cy="3657600"/>
          </a:xfrm>
          <a:prstGeom prst="ellipse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quero trabalhar com vocês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EDF1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17043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25296" y="115214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aberta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1682496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procurem sem cerimônia — prefiro saber cedo do que tarde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024128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EDF1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46904" y="117043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46904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68696" y="115214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direto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46904" y="1682496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 e quero receber feedback honesto. É assim que a gente cresce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44368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EDF1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309067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25296" y="307238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com alinhamento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" y="3602736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Confio no julgamento de vocês. Mas combinamos direção antes de executar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2944368"/>
            <a:ext cx="4069080" cy="1691640"/>
          </a:xfrm>
          <a:prstGeom prst="roundRect">
            <a:avLst>
              <a:gd name="adj" fmla="val 5405"/>
            </a:avLst>
          </a:prstGeom>
          <a:solidFill>
            <a:srgbClr val="EDF1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46904" y="309067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6904" y="3090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68696" y="307238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e tribo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46904" y="3602736"/>
            <a:ext cx="37856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tem seu foco, mas somos um time — compartilhamos aprendizados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645920"/>
            <a:ext cx="5029200" cy="5029200"/>
          </a:xfrm>
          <a:prstGeom prst="ellipse">
            <a:avLst/>
          </a:prstGeom>
          <a:solidFill>
            <a:srgbClr val="2D3F8F"/>
          </a:solidFill>
          <a:ln w="12700">
            <a:solidFill>
              <a:srgbClr val="2D3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3840480"/>
            <a:ext cx="1097280" cy="10972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70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109728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1:1s individuais com cada um de vocês nas próximas semanas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0352" y="2084832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008" y="201168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das rotinas e rituais do time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0352" y="2999232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292608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[Próximo milestone ou entrega do time — preencher]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Muito feliz de estar com vocês nessa jornada.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2026-08-17T18:41:16Z</dcterms:created>
  <dcterms:modified xsi:type="dcterms:W3CDTF">2026-08-17T18:41:16Z</dcterms:modified>
</cp:coreProperties>
</file>